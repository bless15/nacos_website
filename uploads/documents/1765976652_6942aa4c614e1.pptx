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nton Italics" panose="020B0604020202020204" charset="0"/>
      <p:regular r:id="rId12"/>
    </p:embeddedFont>
    <p:embeddedFont>
      <p:font typeface="Open Sauce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82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7.jpe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5.jpe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 rot="-10800000">
            <a:off x="4530874" y="2149090"/>
            <a:ext cx="11494259" cy="2591938"/>
            <a:chOff x="0" y="0"/>
            <a:chExt cx="3027295" cy="6826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027294" cy="682650"/>
            </a:xfrm>
            <a:custGeom>
              <a:avLst/>
              <a:gdLst/>
              <a:ahLst/>
              <a:cxnLst/>
              <a:rect l="l" t="t" r="r" b="b"/>
              <a:pathLst>
                <a:path w="3027294" h="682650">
                  <a:moveTo>
                    <a:pt x="0" y="0"/>
                  </a:moveTo>
                  <a:lnTo>
                    <a:pt x="3027294" y="0"/>
                  </a:lnTo>
                  <a:lnTo>
                    <a:pt x="3027294" y="682650"/>
                  </a:lnTo>
                  <a:lnTo>
                    <a:pt x="0" y="682650"/>
                  </a:lnTo>
                  <a:close/>
                </a:path>
              </a:pathLst>
            </a:custGeom>
            <a:gradFill rotWithShape="1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3027295" cy="711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28700" y="1042193"/>
            <a:ext cx="392115" cy="392115"/>
          </a:xfrm>
          <a:custGeom>
            <a:avLst/>
            <a:gdLst/>
            <a:ahLst/>
            <a:cxnLst/>
            <a:rect l="l" t="t" r="r" b="b"/>
            <a:pathLst>
              <a:path w="392115" h="392115">
                <a:moveTo>
                  <a:pt x="0" y="0"/>
                </a:moveTo>
                <a:lnTo>
                  <a:pt x="392115" y="0"/>
                </a:lnTo>
                <a:lnTo>
                  <a:pt x="392115" y="392114"/>
                </a:lnTo>
                <a:lnTo>
                  <a:pt x="0" y="3921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47198" y="2293297"/>
            <a:ext cx="14025570" cy="473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49"/>
              </a:lnSpc>
            </a:pPr>
            <a:r>
              <a:rPr lang="en-US" sz="6999" i="1" spc="-279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ENHANCING DIGITAL INFRASTRUCTURE AT ADELEKE UNIVERSITY</a:t>
            </a:r>
          </a:p>
          <a:p>
            <a:pPr algn="l">
              <a:lnSpc>
                <a:spcPts val="17133"/>
              </a:lnSpc>
            </a:pPr>
            <a:endParaRPr lang="en-US" sz="6999" i="1" spc="-279">
              <a:solidFill>
                <a:srgbClr val="8AB2A6"/>
              </a:solidFill>
              <a:latin typeface="Anton Italics"/>
              <a:ea typeface="Anton Italics"/>
              <a:cs typeface="Anton Italics"/>
              <a:sym typeface="Anton Italics"/>
            </a:endParaRPr>
          </a:p>
          <a:p>
            <a:pPr algn="l">
              <a:lnSpc>
                <a:spcPts val="6649"/>
              </a:lnSpc>
            </a:pPr>
            <a:endParaRPr lang="en-US" sz="6999" i="1" spc="-279">
              <a:solidFill>
                <a:srgbClr val="8AB2A6"/>
              </a:solidFill>
              <a:latin typeface="Anton Italics"/>
              <a:ea typeface="Anton Italics"/>
              <a:cs typeface="Anton Italics"/>
              <a:sym typeface="Anton Italic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47198" y="6369174"/>
            <a:ext cx="14480194" cy="3983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7"/>
              </a:lnSpc>
            </a:pPr>
            <a:r>
              <a:rPr lang="en-US" sz="3347" spc="-6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THE ESTABLISHMENT OF AN OFFICIAL NACOS ADELEKE UNIVERSITY WEBSITE AIMS TO IMPROVE COMMUNICATION AND OFFER VALUABLE RESOURCES TAILORED FOR COMPUTING STUDENTS. THIS INITIATIVE WILL PROVIDE A CENTRALIZED PLATFORM FOR INFORMATION SHARING, ACADEMIC MATERIALS, AND COMMUNITY ENGAGEMENT, THEREBY FOSTERING A MORE CONNECTED AND INFORMED STUDENT BODY.</a:t>
            </a:r>
          </a:p>
          <a:p>
            <a:pPr algn="l">
              <a:lnSpc>
                <a:spcPts val="3315"/>
              </a:lnSpc>
            </a:pPr>
            <a:endParaRPr lang="en-US" sz="3347" spc="-66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 rot="-10800000">
            <a:off x="16466331" y="5143500"/>
            <a:ext cx="1821669" cy="4114800"/>
            <a:chOff x="0" y="0"/>
            <a:chExt cx="479781" cy="10837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9781" cy="1083733"/>
            </a:xfrm>
            <a:custGeom>
              <a:avLst/>
              <a:gdLst/>
              <a:ahLst/>
              <a:cxnLst/>
              <a:rect l="l" t="t" r="r" b="b"/>
              <a:pathLst>
                <a:path w="479781" h="1083733">
                  <a:moveTo>
                    <a:pt x="0" y="0"/>
                  </a:moveTo>
                  <a:lnTo>
                    <a:pt x="479781" y="0"/>
                  </a:lnTo>
                  <a:lnTo>
                    <a:pt x="479781" y="1083733"/>
                  </a:lnTo>
                  <a:lnTo>
                    <a:pt x="0" y="1083733"/>
                  </a:lnTo>
                  <a:close/>
                </a:path>
              </a:pathLst>
            </a:custGeom>
            <a:gradFill rotWithShape="1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479781" cy="1112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39617" y="2830246"/>
            <a:ext cx="10173007" cy="1316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43"/>
              </a:lnSpc>
            </a:pPr>
            <a:r>
              <a:rPr lang="en-US" sz="10255" i="1" spc="-410" dirty="0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PROJECT OVERVIEW ?</a:t>
            </a:r>
          </a:p>
        </p:txBody>
      </p:sp>
      <p:sp>
        <p:nvSpPr>
          <p:cNvPr id="7" name="Freeform 7"/>
          <p:cNvSpPr/>
          <p:nvPr/>
        </p:nvSpPr>
        <p:spPr>
          <a:xfrm>
            <a:off x="7010400" y="7505700"/>
            <a:ext cx="726809" cy="726809"/>
          </a:xfrm>
          <a:custGeom>
            <a:avLst/>
            <a:gdLst/>
            <a:ahLst/>
            <a:cxnLst/>
            <a:rect l="l" t="t" r="r" b="b"/>
            <a:pathLst>
              <a:path w="726809" h="726809">
                <a:moveTo>
                  <a:pt x="0" y="0"/>
                </a:moveTo>
                <a:lnTo>
                  <a:pt x="726809" y="0"/>
                </a:lnTo>
                <a:lnTo>
                  <a:pt x="726809" y="726808"/>
                </a:lnTo>
                <a:lnTo>
                  <a:pt x="0" y="7268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8" name="Group 8"/>
          <p:cNvGrpSpPr/>
          <p:nvPr/>
        </p:nvGrpSpPr>
        <p:grpSpPr>
          <a:xfrm>
            <a:off x="9703850" y="2224176"/>
            <a:ext cx="7555450" cy="7034124"/>
            <a:chOff x="0" y="0"/>
            <a:chExt cx="6350000" cy="5911850"/>
          </a:xfrm>
        </p:grpSpPr>
        <p:sp>
          <p:nvSpPr>
            <p:cNvPr id="9" name="Freeform 9"/>
            <p:cNvSpPr/>
            <p:nvPr/>
          </p:nvSpPr>
          <p:spPr>
            <a:xfrm>
              <a:off x="302" y="0"/>
              <a:ext cx="6348428" cy="5911850"/>
            </a:xfrm>
            <a:custGeom>
              <a:avLst/>
              <a:gdLst/>
              <a:ahLst/>
              <a:cxnLst/>
              <a:rect l="l" t="t" r="r" b="b"/>
              <a:pathLst>
                <a:path w="6348428" h="5911850">
                  <a:moveTo>
                    <a:pt x="1146508" y="402590"/>
                  </a:moveTo>
                  <a:lnTo>
                    <a:pt x="108918" y="2192020"/>
                  </a:lnTo>
                  <a:cubicBezTo>
                    <a:pt x="-68882" y="2498090"/>
                    <a:pt x="-25702" y="2884170"/>
                    <a:pt x="214328" y="3144520"/>
                  </a:cubicBezTo>
                  <a:lnTo>
                    <a:pt x="2525728" y="5651500"/>
                  </a:lnTo>
                  <a:cubicBezTo>
                    <a:pt x="2678128" y="5817870"/>
                    <a:pt x="2894028" y="5911850"/>
                    <a:pt x="3118818" y="5911850"/>
                  </a:cubicBezTo>
                  <a:lnTo>
                    <a:pt x="5540708" y="5911850"/>
                  </a:lnTo>
                  <a:cubicBezTo>
                    <a:pt x="5986478" y="5911850"/>
                    <a:pt x="6348428" y="5549900"/>
                    <a:pt x="6348428" y="5104130"/>
                  </a:cubicBezTo>
                  <a:lnTo>
                    <a:pt x="6348428" y="1891030"/>
                  </a:lnTo>
                  <a:cubicBezTo>
                    <a:pt x="6348428" y="1724660"/>
                    <a:pt x="6297628" y="1562100"/>
                    <a:pt x="6201108" y="1426210"/>
                  </a:cubicBezTo>
                  <a:lnTo>
                    <a:pt x="5439108" y="342900"/>
                  </a:lnTo>
                  <a:cubicBezTo>
                    <a:pt x="5287978" y="128270"/>
                    <a:pt x="5041598" y="0"/>
                    <a:pt x="4778708" y="0"/>
                  </a:cubicBezTo>
                  <a:lnTo>
                    <a:pt x="1845008" y="0"/>
                  </a:lnTo>
                  <a:cubicBezTo>
                    <a:pt x="1556718" y="0"/>
                    <a:pt x="1290018" y="153670"/>
                    <a:pt x="1146508" y="402590"/>
                  </a:cubicBezTo>
                  <a:close/>
                </a:path>
              </a:pathLst>
            </a:custGeom>
            <a:blipFill>
              <a:blip r:embed="rId5"/>
              <a:stretch>
                <a:fillRect r="-39771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15886973" y="1042193"/>
            <a:ext cx="392115" cy="392115"/>
          </a:xfrm>
          <a:custGeom>
            <a:avLst/>
            <a:gdLst/>
            <a:ahLst/>
            <a:cxnLst/>
            <a:rect l="l" t="t" r="r" b="b"/>
            <a:pathLst>
              <a:path w="392115" h="392115">
                <a:moveTo>
                  <a:pt x="0" y="0"/>
                </a:moveTo>
                <a:lnTo>
                  <a:pt x="392114" y="0"/>
                </a:lnTo>
                <a:lnTo>
                  <a:pt x="392114" y="392114"/>
                </a:lnTo>
                <a:lnTo>
                  <a:pt x="0" y="3921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057275" y="6215867"/>
            <a:ext cx="8675150" cy="3042433"/>
            <a:chOff x="0" y="0"/>
            <a:chExt cx="1441468" cy="50553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41468" cy="505532"/>
            </a:xfrm>
            <a:custGeom>
              <a:avLst/>
              <a:gdLst/>
              <a:ahLst/>
              <a:cxnLst/>
              <a:rect l="l" t="t" r="r" b="b"/>
              <a:pathLst>
                <a:path w="1441468" h="505532">
                  <a:moveTo>
                    <a:pt x="1441468" y="45514"/>
                  </a:moveTo>
                  <a:lnTo>
                    <a:pt x="1441468" y="460018"/>
                  </a:lnTo>
                  <a:cubicBezTo>
                    <a:pt x="1441468" y="472089"/>
                    <a:pt x="1436673" y="483666"/>
                    <a:pt x="1428138" y="492201"/>
                  </a:cubicBezTo>
                  <a:cubicBezTo>
                    <a:pt x="1419602" y="500737"/>
                    <a:pt x="1408026" y="505532"/>
                    <a:pt x="1395955" y="505532"/>
                  </a:cubicBezTo>
                  <a:lnTo>
                    <a:pt x="45514" y="505532"/>
                  </a:lnTo>
                  <a:cubicBezTo>
                    <a:pt x="33443" y="505532"/>
                    <a:pt x="21866" y="500737"/>
                    <a:pt x="13331" y="492201"/>
                  </a:cubicBezTo>
                  <a:cubicBezTo>
                    <a:pt x="4795" y="483666"/>
                    <a:pt x="0" y="472089"/>
                    <a:pt x="0" y="460018"/>
                  </a:cubicBezTo>
                  <a:lnTo>
                    <a:pt x="0" y="45514"/>
                  </a:lnTo>
                  <a:cubicBezTo>
                    <a:pt x="0" y="33443"/>
                    <a:pt x="4795" y="21866"/>
                    <a:pt x="13331" y="13331"/>
                  </a:cubicBezTo>
                  <a:cubicBezTo>
                    <a:pt x="21866" y="4795"/>
                    <a:pt x="33443" y="0"/>
                    <a:pt x="45514" y="0"/>
                  </a:cubicBezTo>
                  <a:lnTo>
                    <a:pt x="1395955" y="0"/>
                  </a:lnTo>
                  <a:cubicBezTo>
                    <a:pt x="1421091" y="0"/>
                    <a:pt x="1441468" y="20377"/>
                    <a:pt x="1441468" y="45514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1441468" cy="505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8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5" r="-335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109" r="-6109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5087346" cy="10287000"/>
          </a:xfrm>
          <a:custGeom>
            <a:avLst/>
            <a:gdLst/>
            <a:ahLst/>
            <a:cxnLst/>
            <a:rect l="l" t="t" r="r" b="b"/>
            <a:pathLst>
              <a:path w="15087346" h="10287000">
                <a:moveTo>
                  <a:pt x="0" y="0"/>
                </a:moveTo>
                <a:lnTo>
                  <a:pt x="15087346" y="0"/>
                </a:lnTo>
                <a:lnTo>
                  <a:pt x="15087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0100" r="-708" b="-28944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2" r="-1252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9839721"/>
          </a:xfrm>
          <a:custGeom>
            <a:avLst/>
            <a:gdLst/>
            <a:ahLst/>
            <a:cxnLst/>
            <a:rect l="l" t="t" r="r" b="b"/>
            <a:pathLst>
              <a:path w="18288000" h="9839721">
                <a:moveTo>
                  <a:pt x="0" y="0"/>
                </a:moveTo>
                <a:lnTo>
                  <a:pt x="18288000" y="0"/>
                </a:lnTo>
                <a:lnTo>
                  <a:pt x="18288000" y="9839721"/>
                </a:lnTo>
                <a:lnTo>
                  <a:pt x="0" y="98397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505" b="-112609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09691" y="0"/>
            <a:ext cx="15778309" cy="10287000"/>
          </a:xfrm>
          <a:custGeom>
            <a:avLst/>
            <a:gdLst/>
            <a:ahLst/>
            <a:cxnLst/>
            <a:rect l="l" t="t" r="r" b="b"/>
            <a:pathLst>
              <a:path w="15778309" h="10287000">
                <a:moveTo>
                  <a:pt x="0" y="0"/>
                </a:moveTo>
                <a:lnTo>
                  <a:pt x="15778309" y="0"/>
                </a:lnTo>
                <a:lnTo>
                  <a:pt x="1577830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708" r="-3904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0" y="571500"/>
            <a:ext cx="2922531" cy="304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82"/>
              </a:lnSpc>
            </a:pPr>
            <a:r>
              <a:rPr lang="en-US" sz="6735" i="1" spc="-134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RECORD </a:t>
            </a:r>
          </a:p>
          <a:p>
            <a:pPr algn="l">
              <a:lnSpc>
                <a:spcPts val="8082"/>
              </a:lnSpc>
            </a:pPr>
            <a:r>
              <a:rPr lang="en-US" sz="6735" i="1" spc="-134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KEEPING</a:t>
            </a:r>
          </a:p>
          <a:p>
            <a:pPr algn="l">
              <a:lnSpc>
                <a:spcPts val="8082"/>
              </a:lnSpc>
            </a:pPr>
            <a:endParaRPr lang="en-US" sz="6735" i="1" spc="-134">
              <a:solidFill>
                <a:srgbClr val="FFFFFF"/>
              </a:solidFill>
              <a:latin typeface="Anton Italics"/>
              <a:ea typeface="Anton Italics"/>
              <a:cs typeface="Anton Italics"/>
              <a:sym typeface="Anton Itali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259300" cy="10287000"/>
          </a:xfrm>
          <a:custGeom>
            <a:avLst/>
            <a:gdLst/>
            <a:ahLst/>
            <a:cxnLst/>
            <a:rect l="l" t="t" r="r" b="b"/>
            <a:pathLst>
              <a:path w="17259300" h="10287000">
                <a:moveTo>
                  <a:pt x="0" y="0"/>
                </a:moveTo>
                <a:lnTo>
                  <a:pt x="17259300" y="0"/>
                </a:lnTo>
                <a:lnTo>
                  <a:pt x="172593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8" t="-1262" b="-2126"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886973" y="1042193"/>
            <a:ext cx="392115" cy="392115"/>
          </a:xfrm>
          <a:custGeom>
            <a:avLst/>
            <a:gdLst/>
            <a:ahLst/>
            <a:cxnLst/>
            <a:rect l="l" t="t" r="r" b="b"/>
            <a:pathLst>
              <a:path w="392115" h="392115">
                <a:moveTo>
                  <a:pt x="0" y="0"/>
                </a:moveTo>
                <a:lnTo>
                  <a:pt x="392114" y="0"/>
                </a:lnTo>
                <a:lnTo>
                  <a:pt x="392114" y="392114"/>
                </a:lnTo>
                <a:lnTo>
                  <a:pt x="0" y="3921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5475013"/>
            <a:ext cx="2894909" cy="4811987"/>
            <a:chOff x="0" y="0"/>
            <a:chExt cx="762445" cy="126735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62445" cy="1267355"/>
            </a:xfrm>
            <a:custGeom>
              <a:avLst/>
              <a:gdLst/>
              <a:ahLst/>
              <a:cxnLst/>
              <a:rect l="l" t="t" r="r" b="b"/>
              <a:pathLst>
                <a:path w="762445" h="1267355">
                  <a:moveTo>
                    <a:pt x="0" y="0"/>
                  </a:moveTo>
                  <a:lnTo>
                    <a:pt x="762445" y="0"/>
                  </a:lnTo>
                  <a:lnTo>
                    <a:pt x="762445" y="1267355"/>
                  </a:lnTo>
                  <a:lnTo>
                    <a:pt x="0" y="1267355"/>
                  </a:lnTo>
                  <a:close/>
                </a:path>
              </a:pathLst>
            </a:custGeom>
            <a:gradFill rotWithShape="1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762445" cy="12959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5474162"/>
            <a:ext cx="7100676" cy="6419011"/>
            <a:chOff x="0" y="0"/>
            <a:chExt cx="6350000" cy="5740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1270" cy="5741670"/>
            </a:xfrm>
            <a:custGeom>
              <a:avLst/>
              <a:gdLst/>
              <a:ahLst/>
              <a:cxnLst/>
              <a:rect l="l" t="t" r="r" b="b"/>
              <a:pathLst>
                <a:path w="6351270" h="5741670">
                  <a:moveTo>
                    <a:pt x="0" y="542290"/>
                  </a:moveTo>
                  <a:lnTo>
                    <a:pt x="0" y="2392680"/>
                  </a:lnTo>
                  <a:cubicBezTo>
                    <a:pt x="0" y="2691130"/>
                    <a:pt x="242570" y="2933700"/>
                    <a:pt x="542290" y="2933700"/>
                  </a:cubicBezTo>
                  <a:lnTo>
                    <a:pt x="1148080" y="2933700"/>
                  </a:lnTo>
                  <a:cubicBezTo>
                    <a:pt x="1447800" y="2933700"/>
                    <a:pt x="1690370" y="3176270"/>
                    <a:pt x="1690370" y="3475990"/>
                  </a:cubicBezTo>
                  <a:lnTo>
                    <a:pt x="1690370" y="5199380"/>
                  </a:lnTo>
                  <a:cubicBezTo>
                    <a:pt x="1690370" y="5499100"/>
                    <a:pt x="1932940" y="5741670"/>
                    <a:pt x="2232660" y="5741670"/>
                  </a:cubicBezTo>
                  <a:lnTo>
                    <a:pt x="3599180" y="5741670"/>
                  </a:lnTo>
                  <a:cubicBezTo>
                    <a:pt x="3735070" y="5741670"/>
                    <a:pt x="3867150" y="5689600"/>
                    <a:pt x="3967480" y="5598160"/>
                  </a:cubicBezTo>
                  <a:lnTo>
                    <a:pt x="6177280" y="3553460"/>
                  </a:lnTo>
                  <a:cubicBezTo>
                    <a:pt x="6287770" y="3450590"/>
                    <a:pt x="6351270" y="3307080"/>
                    <a:pt x="6351270" y="3155950"/>
                  </a:cubicBezTo>
                  <a:lnTo>
                    <a:pt x="6351270" y="542290"/>
                  </a:lnTo>
                  <a:cubicBezTo>
                    <a:pt x="6350000" y="242570"/>
                    <a:pt x="6107430" y="0"/>
                    <a:pt x="5807710" y="0"/>
                  </a:cubicBezTo>
                  <a:lnTo>
                    <a:pt x="542290" y="0"/>
                  </a:lnTo>
                  <a:cubicBezTo>
                    <a:pt x="242570" y="0"/>
                    <a:pt x="0" y="242570"/>
                    <a:pt x="0" y="542290"/>
                  </a:cubicBezTo>
                  <a:close/>
                </a:path>
              </a:pathLst>
            </a:custGeom>
            <a:blipFill>
              <a:blip r:embed="rId5"/>
              <a:stretch>
                <a:fillRect l="-17843" r="-17843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3640486" y="8350198"/>
            <a:ext cx="726809" cy="726809"/>
          </a:xfrm>
          <a:custGeom>
            <a:avLst/>
            <a:gdLst/>
            <a:ahLst/>
            <a:cxnLst/>
            <a:rect l="l" t="t" r="r" b="b"/>
            <a:pathLst>
              <a:path w="726809" h="726809">
                <a:moveTo>
                  <a:pt x="0" y="0"/>
                </a:moveTo>
                <a:lnTo>
                  <a:pt x="726809" y="0"/>
                </a:lnTo>
                <a:lnTo>
                  <a:pt x="726809" y="726809"/>
                </a:lnTo>
                <a:lnTo>
                  <a:pt x="0" y="726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 rot="-10800000">
            <a:off x="15093920" y="7634845"/>
            <a:ext cx="2556436" cy="2157516"/>
            <a:chOff x="0" y="0"/>
            <a:chExt cx="673300" cy="56823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73300" cy="568235"/>
            </a:xfrm>
            <a:custGeom>
              <a:avLst/>
              <a:gdLst/>
              <a:ahLst/>
              <a:cxnLst/>
              <a:rect l="l" t="t" r="r" b="b"/>
              <a:pathLst>
                <a:path w="673300" h="568235">
                  <a:moveTo>
                    <a:pt x="0" y="0"/>
                  </a:moveTo>
                  <a:lnTo>
                    <a:pt x="673300" y="0"/>
                  </a:lnTo>
                  <a:lnTo>
                    <a:pt x="673300" y="568235"/>
                  </a:lnTo>
                  <a:lnTo>
                    <a:pt x="0" y="568235"/>
                  </a:lnTo>
                  <a:close/>
                </a:path>
              </a:pathLst>
            </a:custGeom>
            <a:gradFill rotWithShape="1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673300" cy="596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flipH="1">
            <a:off x="14764449" y="8350198"/>
            <a:ext cx="726809" cy="726809"/>
          </a:xfrm>
          <a:custGeom>
            <a:avLst/>
            <a:gdLst/>
            <a:ahLst/>
            <a:cxnLst/>
            <a:rect l="l" t="t" r="r" b="b"/>
            <a:pathLst>
              <a:path w="726809" h="726809">
                <a:moveTo>
                  <a:pt x="726808" y="0"/>
                </a:moveTo>
                <a:lnTo>
                  <a:pt x="0" y="0"/>
                </a:lnTo>
                <a:lnTo>
                  <a:pt x="0" y="726809"/>
                </a:lnTo>
                <a:lnTo>
                  <a:pt x="726808" y="726809"/>
                </a:lnTo>
                <a:lnTo>
                  <a:pt x="72680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028700" y="1028700"/>
            <a:ext cx="16230600" cy="3146795"/>
            <a:chOff x="0" y="0"/>
            <a:chExt cx="2696887" cy="52287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696887" cy="522873"/>
            </a:xfrm>
            <a:custGeom>
              <a:avLst/>
              <a:gdLst/>
              <a:ahLst/>
              <a:cxnLst/>
              <a:rect l="l" t="t" r="r" b="b"/>
              <a:pathLst>
                <a:path w="2696887" h="522873">
                  <a:moveTo>
                    <a:pt x="2696887" y="24327"/>
                  </a:moveTo>
                  <a:lnTo>
                    <a:pt x="2696887" y="498546"/>
                  </a:lnTo>
                  <a:cubicBezTo>
                    <a:pt x="2696887" y="511981"/>
                    <a:pt x="2685995" y="522873"/>
                    <a:pt x="2672560" y="522873"/>
                  </a:cubicBezTo>
                  <a:lnTo>
                    <a:pt x="24327" y="522873"/>
                  </a:lnTo>
                  <a:cubicBezTo>
                    <a:pt x="10891" y="522873"/>
                    <a:pt x="0" y="511981"/>
                    <a:pt x="0" y="4985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lnTo>
                    <a:pt x="2672560" y="0"/>
                  </a:lnTo>
                  <a:cubicBezTo>
                    <a:pt x="2685995" y="0"/>
                    <a:pt x="2696887" y="10891"/>
                    <a:pt x="2696887" y="24327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696887" cy="522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8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28700" y="1523340"/>
            <a:ext cx="2556436" cy="2157516"/>
            <a:chOff x="0" y="0"/>
            <a:chExt cx="673300" cy="56823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73300" cy="568235"/>
            </a:xfrm>
            <a:custGeom>
              <a:avLst/>
              <a:gdLst/>
              <a:ahLst/>
              <a:cxnLst/>
              <a:rect l="l" t="t" r="r" b="b"/>
              <a:pathLst>
                <a:path w="673300" h="568235">
                  <a:moveTo>
                    <a:pt x="0" y="0"/>
                  </a:moveTo>
                  <a:lnTo>
                    <a:pt x="673300" y="0"/>
                  </a:lnTo>
                  <a:lnTo>
                    <a:pt x="673300" y="568235"/>
                  </a:lnTo>
                  <a:lnTo>
                    <a:pt x="0" y="568235"/>
                  </a:lnTo>
                  <a:close/>
                </a:path>
              </a:pathLst>
            </a:custGeom>
            <a:gradFill rotWithShape="1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673300" cy="596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3221732" y="1739157"/>
            <a:ext cx="11850772" cy="2125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70"/>
              </a:lnSpc>
            </a:pPr>
            <a:r>
              <a:rPr lang="en-US" sz="16706" i="1" spc="-668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THANK YOU</a:t>
            </a:r>
          </a:p>
        </p:txBody>
      </p:sp>
      <p:sp>
        <p:nvSpPr>
          <p:cNvPr id="21" name="Freeform 21"/>
          <p:cNvSpPr/>
          <p:nvPr/>
        </p:nvSpPr>
        <p:spPr>
          <a:xfrm>
            <a:off x="3221732" y="2238693"/>
            <a:ext cx="726809" cy="726809"/>
          </a:xfrm>
          <a:custGeom>
            <a:avLst/>
            <a:gdLst/>
            <a:ahLst/>
            <a:cxnLst/>
            <a:rect l="l" t="t" r="r" b="b"/>
            <a:pathLst>
              <a:path w="726809" h="726809">
                <a:moveTo>
                  <a:pt x="0" y="0"/>
                </a:moveTo>
                <a:lnTo>
                  <a:pt x="726808" y="0"/>
                </a:lnTo>
                <a:lnTo>
                  <a:pt x="726808" y="726809"/>
                </a:lnTo>
                <a:lnTo>
                  <a:pt x="0" y="726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 rot="-10800000">
            <a:off x="14675165" y="1523340"/>
            <a:ext cx="2556436" cy="2157516"/>
            <a:chOff x="0" y="0"/>
            <a:chExt cx="673300" cy="56823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73300" cy="568235"/>
            </a:xfrm>
            <a:custGeom>
              <a:avLst/>
              <a:gdLst/>
              <a:ahLst/>
              <a:cxnLst/>
              <a:rect l="l" t="t" r="r" b="b"/>
              <a:pathLst>
                <a:path w="673300" h="568235">
                  <a:moveTo>
                    <a:pt x="0" y="0"/>
                  </a:moveTo>
                  <a:lnTo>
                    <a:pt x="673300" y="0"/>
                  </a:lnTo>
                  <a:lnTo>
                    <a:pt x="673300" y="568235"/>
                  </a:lnTo>
                  <a:lnTo>
                    <a:pt x="0" y="568235"/>
                  </a:lnTo>
                  <a:close/>
                </a:path>
              </a:pathLst>
            </a:custGeom>
            <a:gradFill rotWithShape="1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673300" cy="596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 flipH="1">
            <a:off x="14345694" y="2238693"/>
            <a:ext cx="726809" cy="726809"/>
          </a:xfrm>
          <a:custGeom>
            <a:avLst/>
            <a:gdLst/>
            <a:ahLst/>
            <a:cxnLst/>
            <a:rect l="l" t="t" r="r" b="b"/>
            <a:pathLst>
              <a:path w="726809" h="726809">
                <a:moveTo>
                  <a:pt x="726809" y="0"/>
                </a:moveTo>
                <a:lnTo>
                  <a:pt x="0" y="0"/>
                </a:lnTo>
                <a:lnTo>
                  <a:pt x="0" y="726809"/>
                </a:lnTo>
                <a:lnTo>
                  <a:pt x="726809" y="726809"/>
                </a:lnTo>
                <a:lnTo>
                  <a:pt x="72680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</Words>
  <Application>Microsoft Office PowerPoint</Application>
  <PresentationFormat>Custom</PresentationFormat>
  <Paragraphs>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Open Sauce</vt:lpstr>
      <vt:lpstr>Arial</vt:lpstr>
      <vt:lpstr>Anton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Teal Modern Web Developer Presentation</dc:title>
  <dc:creator>hp</dc:creator>
  <cp:lastModifiedBy>Joseph Joy</cp:lastModifiedBy>
  <cp:revision>2</cp:revision>
  <dcterms:created xsi:type="dcterms:W3CDTF">2006-08-16T00:00:00Z</dcterms:created>
  <dcterms:modified xsi:type="dcterms:W3CDTF">2025-12-15T11:08:45Z</dcterms:modified>
  <dc:identifier>DAG7krYcslo</dc:identifier>
</cp:coreProperties>
</file>